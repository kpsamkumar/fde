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108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- 1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5394960" cy="0"/>
          </a:xfrm>
          <a:prstGeom prst="line">
            <a:avLst/>
          </a:prstGeom>
          <a:noFill/>
          <a:ln w="15875">
            <a:solidFill>
              <a:srgbClr val="2A7F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68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patients may need extra support &amp; </a:t>
            </a:r>
            <a:r>
              <a:rPr lang="en-IN" sz="1400" dirty="0"/>
              <a:t>frequently require additional assistance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managing diabetes and multiple medicines can be difficult for them. </a:t>
            </a:r>
          </a:p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In</a:t>
            </a:r>
            <a:r>
              <a:rPr lang="en-US" sz="1400" dirty="0"/>
              <a:t> this dataset, approximately 65% of patients are aged 60 or older. 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309360" y="365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749808"/>
            <a:ext cx="5394960" cy="0"/>
          </a:xfrm>
          <a:prstGeom prst="line">
            <a:avLst/>
          </a:prstGeom>
          <a:noFill/>
          <a:ln w="15875">
            <a:solidFill>
              <a:srgbClr val="2A7F8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901663"/>
              </p:ext>
            </p:extLst>
          </p:nvPr>
        </p:nvGraphicFramePr>
        <p:xfrm>
          <a:off x="6309360" y="868680"/>
          <a:ext cx="292608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22,483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09360" y="25146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60–90 account for 65,748 encounters out of 101K, approximately 64.6% of the dataset.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66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950208"/>
            <a:ext cx="5394960" cy="0"/>
          </a:xfrm>
          <a:prstGeom prst="line">
            <a:avLst/>
          </a:prstGeom>
          <a:noFill/>
          <a:ln w="15875">
            <a:solidFill>
              <a:srgbClr val="2A7F8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06908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older patients extra support to safely manage diabetes at home after discharge.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home support or phone follow-up when needed.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they have transportation and a follow-up appointment.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566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3950208"/>
            <a:ext cx="5394960" cy="0"/>
          </a:xfrm>
          <a:prstGeom prst="line">
            <a:avLst/>
          </a:prstGeom>
          <a:noFill/>
          <a:ln w="15875">
            <a:solidFill>
              <a:srgbClr val="2A7F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406908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may generate revenue through geriatric care, home-care, telehealth, and chronic-care services.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value: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is tailored to the patient's abilities and family support.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- 2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5394960" cy="0"/>
          </a:xfrm>
          <a:prstGeom prst="line">
            <a:avLst/>
          </a:prstGeom>
          <a:noFill/>
          <a:ln w="15875">
            <a:solidFill>
              <a:srgbClr val="2A7F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multiple diagnoses may require care for diabetes and other conditions (Kidney/heart diseases) as well at the same time. A diabetes-only discharge plan may not address the real cause of deterioration.</a:t>
            </a:r>
          </a:p>
          <a:p>
            <a:pPr marL="0" indent="0">
              <a:buNone/>
            </a:pPr>
            <a:endParaRPr lang="en-US" sz="1400" dirty="0">
              <a:solidFill>
                <a:srgbClr val="22222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In</a:t>
            </a:r>
            <a:r>
              <a:rPr lang="en-US" sz="1400" dirty="0"/>
              <a:t> this dataset,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 with 7–10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 for </a:t>
            </a: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70,500 encounters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have higher readmission rates than patients with fewer diagnoses.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320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704088"/>
            <a:ext cx="5394960" cy="0"/>
          </a:xfrm>
          <a:prstGeom prst="line">
            <a:avLst/>
          </a:prstGeom>
          <a:noFill/>
          <a:ln w="15875">
            <a:solidFill>
              <a:srgbClr val="2A7F8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309360" y="822960"/>
          <a:ext cx="5394960" cy="1645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diagnoses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readmission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49,491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09360" y="2606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429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813048"/>
            <a:ext cx="5394960" cy="0"/>
          </a:xfrm>
          <a:prstGeom prst="line">
            <a:avLst/>
          </a:prstGeom>
          <a:noFill/>
          <a:ln w="15875">
            <a:solidFill>
              <a:srgbClr val="2A7F8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93192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Create a </a:t>
            </a:r>
            <a:r>
              <a:rPr lang="en-US" sz="14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multidisciplinary discharge review</a:t>
            </a: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for patients with six or more diagnoses: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Identify the diagnosis most likely to cause readmission.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Prepare one integrated care plan.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Coordinate primary-care and specialist appointments.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Confirm that the patient understands which symptoms require urgent care.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Assign a care coordinator to complex cases.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429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3813048"/>
            <a:ext cx="5394960" cy="0"/>
          </a:xfrm>
          <a:prstGeom prst="line">
            <a:avLst/>
          </a:prstGeom>
          <a:noFill/>
          <a:ln w="15875">
            <a:solidFill>
              <a:srgbClr val="2A7F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39319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Revenue:</a:t>
            </a:r>
            <a:endParaRPr lang="en-US" sz="1400" dirty="0"/>
          </a:p>
          <a:p>
            <a:pPr marL="762000" lvl="1" indent="-381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Creates an opportunity to develop </a:t>
            </a:r>
            <a:r>
              <a:rPr lang="en-US" sz="14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a multi-specialty healthcare </a:t>
            </a: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facility, expanding revenue potential while enabling comprehensive treatment across multiple medical specialties.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Patient value:</a:t>
            </a:r>
            <a:endParaRPr lang="en-US" sz="1400" dirty="0"/>
          </a:p>
          <a:p>
            <a:pPr marL="762000" lvl="1" indent="-3810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Provides one clear care plan instead of several disconnected instructions.</a:t>
            </a:r>
            <a:endParaRPr lang="en-US" sz="1400" dirty="0"/>
          </a:p>
          <a:p>
            <a:pPr marL="762000" lvl="1" indent="-3810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Dedicated care coordinator for complex cases to prevent hospital visits and manage themselves well before health gets worse.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349</Words>
  <Application>Microsoft Office PowerPoint</Application>
  <PresentationFormat>Widescreen</PresentationFormat>
  <Paragraphs>60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5</cp:revision>
  <dcterms:created xsi:type="dcterms:W3CDTF">2026-10-06T16:34:20Z</dcterms:created>
  <dcterms:modified xsi:type="dcterms:W3CDTF">2026-10-08T08:09:35Z</dcterms:modified>
</cp:coreProperties>
</file>